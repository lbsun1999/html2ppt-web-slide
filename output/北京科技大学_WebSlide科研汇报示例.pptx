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校史图文用于四阶段版式展示，实际研究请替换为文献、方法与研究差距。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这页实际使用北京科技大学的两份资源，既展示标志也验证不同宽高比的等高布局。完整标识不能拉伸；左右画面等高，宽度不同是预期结果。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此页参考原北科的总结／计划排布。表格与下方文字块不能覆盖，左右整体下沿对齐；条目保持通常不超过四点。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5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2704981" y="2185630"/>
            <a:ext cx="6782038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en-US" sz="4000" dirty="0"/>
          </a:p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362807" y="3643670"/>
            <a:ext cx="3466267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624840" y="207264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24840" y="250936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004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29160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70320" y="207264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370320" y="250936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70320" y="29004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370320" y="329160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en-US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624840" y="427482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624840" y="471154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24840" y="51026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624840" y="54937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en-US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70320" y="4274820"/>
            <a:ext cx="51968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6370320" y="471154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370320" y="51026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370320" y="549378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en-US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</a:t>
            </a:r>
            <a:endParaRPr lang="en-US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658195" y="4489133"/>
            <a:ext cx="487560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en-US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en-US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以科技蓝建立标题与图表层级，使用钢铁红强调关键判断；浅底与字号遵循统一口径。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en-US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en-US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en-US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en-US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en-US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en-US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en-US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en-US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en-US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en-US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en-US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en-US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en-US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en-US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en-US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en-US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en-US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en-US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en-US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en-US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60920" y="2118360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en-US" sz="1800" dirty="0"/>
          </a:p>
        </p:txBody>
      </p:sp>
      <p:sp>
        <p:nvSpPr>
          <p:cNvPr id="135" name="Text 131"/>
          <p:cNvSpPr/>
          <p:nvPr/>
        </p:nvSpPr>
        <p:spPr>
          <a:xfrm>
            <a:off x="7360920" y="2522220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科技蓝用于标题、表头与重点线条，浅蓝底用于分组；钢铁红适量强调结论。</a:t>
            </a:r>
            <a:endParaRPr lang="en-US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60920" y="3525441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en-US" sz="1800" dirty="0"/>
          </a:p>
        </p:txBody>
      </p:sp>
      <p:sp>
        <p:nvSpPr>
          <p:cNvPr id="138" name="Text 134"/>
          <p:cNvSpPr/>
          <p:nvPr/>
        </p:nvSpPr>
        <p:spPr>
          <a:xfrm>
            <a:off x="7360920" y="3929301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en-US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60920" y="4932640"/>
            <a:ext cx="42062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en-US" sz="1800" dirty="0"/>
          </a:p>
        </p:txBody>
      </p:sp>
      <p:sp>
        <p:nvSpPr>
          <p:cNvPr id="141" name="Text 137"/>
          <p:cNvSpPr/>
          <p:nvPr/>
        </p:nvSpPr>
        <p:spPr>
          <a:xfrm>
            <a:off x="7360920" y="5336500"/>
            <a:ext cx="42062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en-US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en-US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624840" y="5024080"/>
            <a:ext cx="51816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355080" y="5024080"/>
            <a:ext cx="51816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2642354" y="5791200"/>
            <a:ext cx="6907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en-US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en-US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4268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2305169" y="5791200"/>
            <a:ext cx="758154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en-US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en-US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en-US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研究现状分析</a:t>
            </a:r>
            <a:endParaRPr lang="en-US" sz="2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七十余载薪火相传，从1952年六校矿冶合流到新时代“双一流”建设，学校始终与祖国钢铁工业同频共振，走出了一条从单科性院校到多学科性研究型大学的跨越之路。</a:t>
            </a:r>
            <a:endParaRPr lang="en-US" sz="1600" dirty="0"/>
          </a:p>
        </p:txBody>
      </p:sp>
      <p:sp>
        <p:nvSpPr>
          <p:cNvPr id="9" name="Text 4"/>
          <p:cNvSpPr/>
          <p:nvPr/>
        </p:nvSpPr>
        <p:spPr>
          <a:xfrm>
            <a:off x="807720" y="2306241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</a:t>
            </a:r>
            <a:endParaRPr lang="en-US" sz="24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24401"/>
            <a:ext cx="2369820" cy="112776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807720" y="4150281"/>
            <a:ext cx="2369820" cy="138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1952年，清华大学、天津大学等六所高校的矿冶系科合流，成立北京钢铁工业学院，奠定学科根基与办学框架，服务新中国钢铁工业建设。</a:t>
            </a:r>
            <a:endParaRPr lang="en-US" sz="1400" dirty="0"/>
          </a:p>
        </p:txBody>
      </p:sp>
      <p:sp>
        <p:nvSpPr>
          <p:cNvPr id="12" name="Text 6"/>
          <p:cNvSpPr/>
          <p:nvPr/>
        </p:nvSpPr>
        <p:spPr>
          <a:xfrm>
            <a:off x="3543300" y="2306241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</a:t>
            </a:r>
            <a:endParaRPr lang="en-US" sz="24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2824401"/>
            <a:ext cx="2369820" cy="112776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3543300" y="4150281"/>
            <a:ext cx="2369820" cy="138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1960年，学校更名为北京钢铁学院，同年被批准为全国重点高等学校。学校立足矿冶优势，巩固学科基础，培养钢铁工业所需的专业人才。</a:t>
            </a:r>
            <a:endParaRPr lang="en-US" sz="1400" dirty="0"/>
          </a:p>
        </p:txBody>
      </p:sp>
      <p:sp>
        <p:nvSpPr>
          <p:cNvPr id="15" name="Text 8"/>
          <p:cNvSpPr/>
          <p:nvPr/>
        </p:nvSpPr>
        <p:spPr>
          <a:xfrm>
            <a:off x="6278880" y="2306241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</a:t>
            </a:r>
            <a:endParaRPr lang="en-US" sz="24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80" y="2824401"/>
            <a:ext cx="2369820" cy="112776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278880" y="4150281"/>
            <a:ext cx="2369820" cy="138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1988年，学校正式更名为北京科技大学，迈入多科性大学发展阶段。以工为主，多学科协调发展，逐步拓展人才培养与科学研究的领域。</a:t>
            </a:r>
            <a:endParaRPr lang="en-US" sz="1400" dirty="0"/>
          </a:p>
        </p:txBody>
      </p:sp>
      <p:sp>
        <p:nvSpPr>
          <p:cNvPr id="18" name="Text 10"/>
          <p:cNvSpPr/>
          <p:nvPr/>
        </p:nvSpPr>
        <p:spPr>
          <a:xfrm>
            <a:off x="9014460" y="2306241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新世纪</a:t>
            </a:r>
            <a:endParaRPr lang="en-US" sz="2400" dirty="0"/>
          </a:p>
        </p:txBody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4460" y="2824401"/>
            <a:ext cx="2369820" cy="112776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9014460" y="4150281"/>
            <a:ext cx="2369820" cy="1381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学校入选国家“双一流”建设高校，推进雄安校区建设，布局碳中和学院及未来芯片创新平台，面向国家战略需求拓展前沿与交叉研究。</a:t>
            </a:r>
            <a:endParaRPr lang="en-US" sz="1400" dirty="0"/>
          </a:p>
        </p:txBody>
      </p:sp>
      <p:sp>
        <p:nvSpPr>
          <p:cNvPr id="21" name="Text 12"/>
          <p:cNvSpPr/>
          <p:nvPr/>
        </p:nvSpPr>
        <p:spPr>
          <a:xfrm>
            <a:off x="838200" y="580834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六校矿冶合流</a:t>
            </a:r>
            <a:endParaRPr lang="en-US" sz="1800" dirty="0"/>
          </a:p>
        </p:txBody>
      </p:sp>
      <p:sp>
        <p:nvSpPr>
          <p:cNvPr id="22" name="Text 13"/>
          <p:cNvSpPr/>
          <p:nvPr/>
        </p:nvSpPr>
        <p:spPr>
          <a:xfrm>
            <a:off x="3573780" y="580834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钢院列名重点</a:t>
            </a:r>
            <a:endParaRPr lang="en-US" sz="1800" dirty="0"/>
          </a:p>
        </p:txBody>
      </p:sp>
      <p:sp>
        <p:nvSpPr>
          <p:cNvPr id="23" name="Text 14"/>
          <p:cNvSpPr/>
          <p:nvPr/>
        </p:nvSpPr>
        <p:spPr>
          <a:xfrm>
            <a:off x="6309360" y="580834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北科定名转型</a:t>
            </a:r>
            <a:endParaRPr lang="en-US" sz="1800" dirty="0"/>
          </a:p>
        </p:txBody>
      </p:sp>
      <p:sp>
        <p:nvSpPr>
          <p:cNvPr id="24" name="Text 15"/>
          <p:cNvSpPr/>
          <p:nvPr/>
        </p:nvSpPr>
        <p:spPr>
          <a:xfrm>
            <a:off x="9044940" y="5808345"/>
            <a:ext cx="1600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双一流布局前瞻</a:t>
            </a:r>
            <a:endParaRPr lang="en-US" sz="1800" dirty="0"/>
          </a:p>
        </p:txBody>
      </p:sp>
      <p:sp>
        <p:nvSpPr>
          <p:cNvPr id="25" name="Text 1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en-US" sz="1020" dirty="0"/>
          </a:p>
        </p:txBody>
      </p:sp>
      <p:sp>
        <p:nvSpPr>
          <p:cNvPr id="26" name="Text 17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27" name="Text 18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en-US" sz="10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962876" y="4489133"/>
            <a:ext cx="426624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24600" y="211836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6324600" y="25222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324600" y="291334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330446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en-US" sz="1800" dirty="0"/>
          </a:p>
        </p:txBody>
      </p:sp>
      <p:sp>
        <p:nvSpPr>
          <p:cNvPr id="24" name="Text 20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en-US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en-US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en-US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en-US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en-US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en-US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en-US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24840" y="4418409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24840" y="480953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24840" y="520065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24840" y="559177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en-US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en-US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en-US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en-US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EF5F9"/>
          </a:solidFill>
          <a:ln w="15240">
            <a:solidFill>
              <a:srgbClr val="A4BDC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24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en-US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6040" y="2072640"/>
            <a:ext cx="685800" cy="365760"/>
          </a:xfrm>
          <a:prstGeom prst="rect">
            <a:avLst/>
          </a:prstGeom>
        </p:spPr>
      </p:pic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4120" y="2072640"/>
            <a:ext cx="68580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38556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7223760" y="2106930"/>
            <a:ext cx="43738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6294120" y="2430780"/>
            <a:ext cx="5303520" cy="762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294120" y="253746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294120" y="2928580"/>
            <a:ext cx="5303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294120" y="363462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294120" y="402574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294120" y="4439722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6294120" y="4853702"/>
            <a:ext cx="530352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en-US" sz="1400" dirty="0"/>
          </a:p>
        </p:txBody>
      </p:sp>
      <p:sp>
        <p:nvSpPr>
          <p:cNvPr id="31" name="Text 25"/>
          <p:cNvSpPr/>
          <p:nvPr/>
        </p:nvSpPr>
        <p:spPr>
          <a:xfrm>
            <a:off x="6431280" y="5362099"/>
            <a:ext cx="502920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en-US" sz="1400" dirty="0"/>
          </a:p>
        </p:txBody>
      </p:sp>
      <p:sp>
        <p:nvSpPr>
          <p:cNvPr id="32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3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en-US" sz="1020" dirty="0"/>
          </a:p>
        </p:txBody>
      </p:sp>
      <p:sp>
        <p:nvSpPr>
          <p:cNvPr id="35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624840" y="384048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624840" y="4244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624840" y="463546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624840" y="502658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324600" y="384048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6324600" y="424434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324600" y="46354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324600" y="502658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2236113" y="5791200"/>
            <a:ext cx="7719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en-US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校园图像：主图版式示例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图像沿用原北科模板，可替换为研究场景、系统界面或实验结果。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92440" y="211836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092440" y="252222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92440" y="3525441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092440" y="3929301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92440" y="493264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8092440" y="533650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en-US" sz="1020" dirty="0"/>
          </a:p>
        </p:txBody>
      </p:sp>
      <p:sp>
        <p:nvSpPr>
          <p:cNvPr id="26" name="Text 2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en-US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场景图像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细节与说明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2439233" y="5791200"/>
            <a:ext cx="73134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en-US" sz="1020" dirty="0"/>
          </a:p>
        </p:txBody>
      </p:sp>
      <p:sp>
        <p:nvSpPr>
          <p:cNvPr id="23" name="Text 1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en-US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en-US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en-US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en-US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en-US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en-US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en-US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en-US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en-US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2439233" y="5791200"/>
            <a:ext cx="731341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en-US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en-US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021800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en-US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20" y="2562820"/>
            <a:ext cx="3141107" cy="6292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220" y="3344466"/>
            <a:ext cx="65195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09600" y="4308277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en-US" sz="18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848" y="5022890"/>
            <a:ext cx="1690449" cy="18811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7220" y="5489377"/>
            <a:ext cx="6519505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</a:t>
            </a:r>
            <a:pPr algn="l"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控制步长，停止条件由实验设定。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7853005" y="1945600"/>
            <a:ext cx="3897035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en-US" sz="2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005" y="2438281"/>
            <a:ext cx="165497" cy="981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60725" y="2367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en-US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005" y="2701885"/>
            <a:ext cx="424339" cy="139779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60725" y="2651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个输入样本与对应的目标值</a:t>
            </a:r>
            <a:endParaRPr lang="en-US" sz="12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005" y="2990969"/>
            <a:ext cx="91440" cy="1406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60725" y="2941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en-US" sz="12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3005" y="3273981"/>
            <a:ext cx="102156" cy="14347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60725" y="3225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0；控制参数约束</a:t>
            </a:r>
            <a:endParaRPr lang="en-US" sz="12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3005" y="3586282"/>
            <a:ext cx="107871" cy="9798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60725" y="351508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0；结合损失变化选择</a:t>
            </a:r>
            <a:endParaRPr lang="en-US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005" y="3864412"/>
            <a:ext cx="65484" cy="12084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60725" y="380464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7997785" y="4373880"/>
            <a:ext cx="360747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en-US" sz="1800" dirty="0"/>
          </a:p>
        </p:txBody>
      </p:sp>
      <p:sp>
        <p:nvSpPr>
          <p:cNvPr id="28" name="Text 16"/>
          <p:cNvSpPr/>
          <p:nvPr/>
        </p:nvSpPr>
        <p:spPr>
          <a:xfrm>
            <a:off x="7997785" y="473202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en-US" sz="12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5985" y="4791313"/>
            <a:ext cx="349210" cy="108347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9689425" y="473202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en-US" sz="1200" dirty="0"/>
          </a:p>
        </p:txBody>
      </p:sp>
      <p:sp>
        <p:nvSpPr>
          <p:cNvPr id="31" name="Text 18"/>
          <p:cNvSpPr/>
          <p:nvPr/>
        </p:nvSpPr>
        <p:spPr>
          <a:xfrm>
            <a:off x="7997785" y="500634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en-US" sz="120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985" y="5075396"/>
            <a:ext cx="97274" cy="88821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9689425" y="500634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en-US" sz="1200" dirty="0"/>
          </a:p>
        </p:txBody>
      </p:sp>
      <p:sp>
        <p:nvSpPr>
          <p:cNvPr id="34" name="Text 20"/>
          <p:cNvSpPr/>
          <p:nvPr/>
        </p:nvSpPr>
        <p:spPr>
          <a:xfrm>
            <a:off x="7997785" y="528066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en-US" sz="12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5985" y="5331857"/>
            <a:ext cx="137041" cy="12442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9689425" y="528066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200" dirty="0"/>
          </a:p>
        </p:txBody>
      </p:sp>
      <p:sp>
        <p:nvSpPr>
          <p:cNvPr id="37" name="Text 22"/>
          <p:cNvSpPr/>
          <p:nvPr/>
        </p:nvSpPr>
        <p:spPr>
          <a:xfrm>
            <a:off x="7997785" y="555498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en-US" sz="12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5985" y="5596533"/>
            <a:ext cx="629126" cy="14382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9689425" y="555498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en-US" sz="1200" dirty="0"/>
          </a:p>
        </p:txBody>
      </p:sp>
      <p:sp>
        <p:nvSpPr>
          <p:cNvPr id="40" name="Text 24"/>
          <p:cNvSpPr/>
          <p:nvPr/>
        </p:nvSpPr>
        <p:spPr>
          <a:xfrm>
            <a:off x="7997785" y="5844540"/>
            <a:ext cx="360747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en-US" sz="1200" dirty="0"/>
          </a:p>
        </p:txBody>
      </p:sp>
      <p:sp>
        <p:nvSpPr>
          <p:cNvPr id="41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en-US" sz="1020" dirty="0"/>
          </a:p>
        </p:txBody>
      </p:sp>
      <p:sp>
        <p:nvSpPr>
          <p:cNvPr id="42" name="Text 26">
            <a:hlinkClick r:id="rId15" tooltip="" action="ppaction://hlinksldjump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en-US" sz="1020" dirty="0"/>
          </a:p>
        </p:txBody>
      </p:sp>
      <p:sp>
        <p:nvSpPr>
          <p:cNvPr id="43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30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092440" y="211836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8092440" y="252222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92440" y="3525441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en-US" sz="1800" dirty="0"/>
          </a:p>
        </p:txBody>
      </p:sp>
      <p:sp>
        <p:nvSpPr>
          <p:cNvPr id="28" name="Text 24"/>
          <p:cNvSpPr/>
          <p:nvPr/>
        </p:nvSpPr>
        <p:spPr>
          <a:xfrm>
            <a:off x="8092440" y="3929301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8092440" y="4932640"/>
            <a:ext cx="3474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en-US" sz="1800" dirty="0"/>
          </a:p>
        </p:txBody>
      </p:sp>
      <p:sp>
        <p:nvSpPr>
          <p:cNvPr id="31" name="Text 27"/>
          <p:cNvSpPr/>
          <p:nvPr/>
        </p:nvSpPr>
        <p:spPr>
          <a:xfrm>
            <a:off x="8092440" y="5336500"/>
            <a:ext cx="3474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759756" y="4489133"/>
            <a:ext cx="467248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943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943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24601" y="252222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24601" y="322826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24601" y="39343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4640342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549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549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549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549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642354" y="5791200"/>
            <a:ext cx="690717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3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en-US" sz="1020" dirty="0"/>
          </a:p>
        </p:txBody>
      </p:sp>
      <p:sp>
        <p:nvSpPr>
          <p:cNvPr id="35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2540794" y="5791200"/>
            <a:ext cx="7110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en-US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624840" y="4983480"/>
            <a:ext cx="3393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624840" y="5387340"/>
            <a:ext cx="339340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84000" y="4983480"/>
            <a:ext cx="3393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en-US" sz="1800" dirty="0"/>
          </a:p>
        </p:txBody>
      </p:sp>
      <p:sp>
        <p:nvSpPr>
          <p:cNvPr id="33" name="Text 23"/>
          <p:cNvSpPr/>
          <p:nvPr/>
        </p:nvSpPr>
        <p:spPr>
          <a:xfrm>
            <a:off x="4384000" y="5387340"/>
            <a:ext cx="339340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52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143161" y="4983480"/>
            <a:ext cx="339351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en-US" sz="1800" dirty="0"/>
          </a:p>
        </p:txBody>
      </p:sp>
      <p:sp>
        <p:nvSpPr>
          <p:cNvPr id="36" name="Text 26"/>
          <p:cNvSpPr/>
          <p:nvPr/>
        </p:nvSpPr>
        <p:spPr>
          <a:xfrm>
            <a:off x="8143161" y="5387340"/>
            <a:ext cx="339351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en-US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en-US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en-US" sz="2800" dirty="0"/>
          </a:p>
        </p:txBody>
      </p:sp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45600"/>
            <a:ext cx="55168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922020" y="2501503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922020" y="2871073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列出已实现的方法与完成的实验，注明代码版本、数据范围和记录位置。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922020" y="3795236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922020" y="4164806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关联对应图表，写明结论适用的场景与条件；初步观察需标明尚待复核。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922020" y="5088969"/>
            <a:ext cx="489204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922020" y="5458539"/>
            <a:ext cx="489204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指出未覆盖的场景、失败情形及主要限制，说明其对当前判断的影响。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99860" y="1945600"/>
            <a:ext cx="52501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16" name="Text 12"/>
          <p:cNvSpPr/>
          <p:nvPr/>
        </p:nvSpPr>
        <p:spPr>
          <a:xfrm>
            <a:off x="6591300" y="2841903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7588806" y="2841903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9478804" y="2841903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及可复现的实验脚本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6591300" y="3486745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7588806" y="3486745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9478804" y="3486745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重复次数及原始日志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591300" y="4131588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7588806" y="4131588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9478804" y="4131588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可定位的典型样例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6591300" y="4776430"/>
            <a:ext cx="81462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en-US" sz="1400" dirty="0"/>
          </a:p>
        </p:txBody>
      </p:sp>
      <p:sp>
        <p:nvSpPr>
          <p:cNvPr id="26" name="Text 22"/>
          <p:cNvSpPr/>
          <p:nvPr/>
        </p:nvSpPr>
        <p:spPr>
          <a:xfrm>
            <a:off x="7588806" y="4776430"/>
            <a:ext cx="1707118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9478804" y="4776430"/>
            <a:ext cx="2179796" cy="5229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逐项修订研究结论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621780" y="5623560"/>
            <a:ext cx="5006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确认实验优先级和验收标准。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科研汇报模板</a:t>
            </a:r>
            <a:endParaRPr lang="en-US" sz="1020" dirty="0"/>
          </a:p>
        </p:txBody>
      </p:sp>
      <p:sp>
        <p:nvSpPr>
          <p:cNvPr id="30" name="Text 26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en-US" sz="102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353395" y="4489133"/>
            <a:ext cx="548509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en-US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en-US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en-US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en-US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2540794" y="5791200"/>
            <a:ext cx="711029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en-US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Web Slide 使用示例</a:t>
            </a:r>
            <a:endParaRPr lang="en-US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en-US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2BA3C0"/>
          </a:solidFill>
          <a:ln w="12700">
            <a:solidFill>
              <a:srgbClr val="2BA3C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328160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24840" y="401050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55081" y="2118360"/>
            <a:ext cx="3281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55081" y="2522220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55081" y="2913340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55081" y="3304461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55081" y="3695581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EF5F9"/>
          </a:solidFill>
          <a:ln w="12700">
            <a:solidFill>
              <a:srgbClr val="EEF5F9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85440" y="2118360"/>
            <a:ext cx="328160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85440" y="252222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85440" y="2913340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85440" y="330446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85440" y="3695581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2236113" y="5791200"/>
            <a:ext cx="771977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附录</a:t>
            </a:r>
            <a:endParaRPr lang="en-US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en-US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en-US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/ 30</a:t>
            </a:r>
            <a:endParaRPr lang="en-US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29320" y="3421380"/>
            <a:ext cx="101596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en-US" sz="2000" dirty="0"/>
          </a:p>
        </p:txBody>
      </p:sp>
      <p:sp>
        <p:nvSpPr>
          <p:cNvPr id="9" name="Text 4"/>
          <p:cNvSpPr/>
          <p:nvPr/>
        </p:nvSpPr>
        <p:spPr>
          <a:xfrm>
            <a:off x="1292900" y="3842861"/>
            <a:ext cx="888921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1115139" y="4191952"/>
            <a:ext cx="124444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en-US" sz="1400" dirty="0"/>
          </a:p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01980" y="548640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601980" y="585978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1798320" y="548640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1798320" y="585978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en-US" sz="1800" dirty="0"/>
          </a:p>
        </p:txBody>
      </p:sp>
      <p:sp>
        <p:nvSpPr>
          <p:cNvPr id="17" name="Text 12"/>
          <p:cNvSpPr/>
          <p:nvPr/>
        </p:nvSpPr>
        <p:spPr>
          <a:xfrm>
            <a:off x="3375660" y="2253020"/>
            <a:ext cx="1677829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5312569" y="2253020"/>
            <a:ext cx="3200400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8772049" y="2253020"/>
            <a:ext cx="2878931" cy="2247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375660" y="2554010"/>
            <a:ext cx="1677829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5312569" y="2554010"/>
            <a:ext cx="320040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772049" y="2554010"/>
            <a:ext cx="287893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3375660" y="2851190"/>
            <a:ext cx="1677829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312569" y="2851190"/>
            <a:ext cx="3200400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8772049" y="2851190"/>
            <a:ext cx="2878931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3406140" y="329315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3406140" y="3738920"/>
            <a:ext cx="401574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en-US" sz="1400" dirty="0"/>
          </a:p>
        </p:txBody>
      </p:sp>
      <p:sp>
        <p:nvSpPr>
          <p:cNvPr id="28" name="Text 23"/>
          <p:cNvSpPr/>
          <p:nvPr/>
        </p:nvSpPr>
        <p:spPr>
          <a:xfrm>
            <a:off x="3634740" y="402455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学术组织／期刊：职务</a:t>
            </a:r>
            <a:endParaRPr lang="en-US" sz="1200" dirty="0"/>
          </a:p>
        </p:txBody>
      </p:sp>
      <p:sp>
        <p:nvSpPr>
          <p:cNvPr id="29" name="Text 24"/>
          <p:cNvSpPr/>
          <p:nvPr/>
        </p:nvSpPr>
        <p:spPr>
          <a:xfrm>
            <a:off x="3634740" y="429887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任期／服务事项：时间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7604760" y="3738920"/>
            <a:ext cx="401574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7833360" y="402455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项目：名称、本人角色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7833360" y="4298871"/>
            <a:ext cx="378714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奖项：名称、年份／排名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3406140" y="4786551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en-US" sz="1800" dirty="0"/>
          </a:p>
        </p:txBody>
      </p:sp>
      <p:sp>
        <p:nvSpPr>
          <p:cNvPr id="34" name="Text 29"/>
          <p:cNvSpPr/>
          <p:nvPr/>
        </p:nvSpPr>
        <p:spPr>
          <a:xfrm>
            <a:off x="340614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363474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研究对象：</a:t>
            </a:r>
            <a:endParaRPr lang="en-US" sz="1200" dirty="0"/>
          </a:p>
        </p:txBody>
      </p:sp>
      <p:sp>
        <p:nvSpPr>
          <p:cNvPr id="36" name="Text 31"/>
          <p:cNvSpPr/>
          <p:nvPr/>
        </p:nvSpPr>
        <p:spPr>
          <a:xfrm>
            <a:off x="363474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核心问题：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19506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en-US" sz="1400" dirty="0"/>
          </a:p>
        </p:txBody>
      </p:sp>
      <p:sp>
        <p:nvSpPr>
          <p:cNvPr id="38" name="Text 33"/>
          <p:cNvSpPr/>
          <p:nvPr/>
        </p:nvSpPr>
        <p:spPr>
          <a:xfrm>
            <a:off x="642366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主要方法：</a:t>
            </a:r>
            <a:endParaRPr lang="en-US" sz="1200" dirty="0"/>
          </a:p>
        </p:txBody>
      </p:sp>
      <p:sp>
        <p:nvSpPr>
          <p:cNvPr id="39" name="Text 34"/>
          <p:cNvSpPr/>
          <p:nvPr/>
        </p:nvSpPr>
        <p:spPr>
          <a:xfrm>
            <a:off x="642366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技术特点：</a:t>
            </a:r>
            <a:endParaRPr lang="en-US" sz="1200" dirty="0"/>
          </a:p>
        </p:txBody>
      </p:sp>
      <p:sp>
        <p:nvSpPr>
          <p:cNvPr id="40" name="Text 35"/>
          <p:cNvSpPr/>
          <p:nvPr/>
        </p:nvSpPr>
        <p:spPr>
          <a:xfrm>
            <a:off x="8983980" y="5232321"/>
            <a:ext cx="2636520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005B9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en-US" sz="1400" dirty="0"/>
          </a:p>
        </p:txBody>
      </p:sp>
      <p:sp>
        <p:nvSpPr>
          <p:cNvPr id="41" name="Text 36"/>
          <p:cNvSpPr/>
          <p:nvPr/>
        </p:nvSpPr>
        <p:spPr>
          <a:xfrm>
            <a:off x="9212580" y="558546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应用场景：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9212580" y="5859780"/>
            <a:ext cx="24079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•　研究目标：</a:t>
            </a:r>
            <a:endParaRPr lang="en-US" sz="1200" dirty="0"/>
          </a:p>
        </p:txBody>
      </p:sp>
      <p:sp>
        <p:nvSpPr>
          <p:cNvPr id="43" name="Text 38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科研汇报示例</a:t>
            </a:r>
            <a:endParaRPr lang="en-US" sz="1020" dirty="0"/>
          </a:p>
        </p:txBody>
      </p:sp>
      <p:sp>
        <p:nvSpPr>
          <p:cNvPr id="44" name="Text 39"/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en-US" sz="1020" dirty="0"/>
          </a:p>
        </p:txBody>
      </p:sp>
      <p:sp>
        <p:nvSpPr>
          <p:cNvPr id="45" name="Text 40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en-US" sz="102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6185" y="438150"/>
            <a:ext cx="4659511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05B94"/>
          </a:solidFill>
          <a:ln w="12700">
            <a:solidFill>
              <a:srgbClr val="005B9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672959" y="2515910"/>
            <a:ext cx="4845963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051578" y="3313509"/>
            <a:ext cx="4088844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39583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025152" y="467106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39583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025152" y="509778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北京科技大学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39583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025152" y="5524500"/>
            <a:ext cx="3208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2374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北京科技大学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北京科技大学_WebSlide科研汇报示例</dc:title>
  <dc:subject>本地模块化科研汇报</dc:subject>
  <dc:creator>Web Slide</dc:creator>
  <cp:lastModifiedBy>Web Slide</cp:lastModifiedBy>
  <cp:revision>1</cp:revision>
  <dcterms:created xsi:type="dcterms:W3CDTF">2026-10-24T16:41:39Z</dcterms:created>
  <dcterms:modified xsi:type="dcterms:W3CDTF">2026-10-24T16:41:39Z</dcterms:modified>
</cp:coreProperties>
</file>